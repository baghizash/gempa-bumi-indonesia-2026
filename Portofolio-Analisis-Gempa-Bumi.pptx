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</a:rPr>
              <a:t>ANALISIS GEMPA BUMI INDONESIA 2015–2026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FFFFFF"/>
                </a:solidFill>
              </a:rPr>
              <a:t>Seberapa Sering, Seberapa Besar, dan Di Mana Gempa Mengguncang Indonesia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</a:rPr>
              <a:t>Katalog USGS 9.595 gempa M≥4,5 — 1 Januari 2015 sampai 20 Oktober 2026, plus snapshot real-time BMKG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</a:rPr>
              <a:t>Plus: paket dashboard Power BI (star schema, DAX, panduan rakit)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</a:rPr>
              <a:t>BAGHIZ ASSHIDDIQIE ARASYA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Kenapa Gempa Bumi?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Indonesia berdiri di pertemuan empat lempeng tektonik: Indo-Australia, Eurasia, Pasifik, dan Laut Filipina. Gempa bukan kejadian langka — ia terjadi hampir setiap hari.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Tapi 'sering' saja tidak cukup untuk kebijakan dan kesiapsiagaan. Yang perlu dijawab: wilayah mana paling aktif, seberapa besar gempa yang realistis terjadi, dan seberapa dangkal sumbernya.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Analisis ini menjawabnya dari katalog 12 tahun: frekuensi per tahun, kelas magnitudo, kelas kedalaman, peta sebaran, sampai gempa berflag tsunami — ditutup snapshot kejadian terbaru dari BMKG.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Sumber data: USGS FDSN Event API (katalog historis) dan BMKG TEWS (snapshot real-time), diambil 20 Oktober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Data dan Metode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Katalog mentah USGS: 10.841 kejadian dalam kotak batas Indonesia (lintang −11 s.d. 6, bujur 95 s.d. 141), ambang M≥4,5. Setelah 1.246 kejadian berlabel negara lain (Filipina, Malaysia, Papua Nugini, Palau) dikeluarkan, katalog bersih berisi 9.595 kejadian.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670 kejadian berlabel 'Timor Leste' dipertahankan: episentrumnya di perairan Indonesia utara/timur Pulau Timor, hanya kota acuannya yang lintas negara.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Wilayah diturunkan dari nama laut pada label USGS, lalu kotak koordinat pulau terdekat. Kelas kedalaman: dangkal &lt;70 km, menengah 70–300 km, dalam &gt;300 km.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Snapshot BMKG (autogempa, gempaterkini, gempadirasakan) dipakai untuk bagian terkini — endpoint itu hanya menyimpan kejadian terbaru, bukan arsip.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Frekuensi: Hampir 800 Gempa per Tahun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Rata-rata tahun penuh 2015–2025: 783 gempa M≥4,5 per tahun. Tidak ada tren naik/turun yang jelas — aktivitas berfluktuasi mengikuti rangkaian gempa besar dan gempa susulannya.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Tahun tersibuk: 2019 dengan 1.040 kejadian; tersepi: 2016 (595).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2026 baru berjalan sampai 20 Oktober tetapi sudah mencatat 982 kejadian — setara tahun penuh yang sibuk, didorong rangkaian gempa besar tahun ini.</a:t>
            </a:r>
          </a:p>
        </p:txBody>
      </p:sp>
      <p:pic>
        <p:nvPicPr>
          <p:cNvPr id="5" name="Picture 4" descr="01_per_tah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217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Chart: jumlah gempa per tahun. 2026 (amber) bersifat parsial.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Magnitudo: Yang Besar Itu Langka, Tapi Nyata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Dari 9.595 gempa: 2.233 mencapai M≥5,0 — 155 mencapai M≥6,0, dan hanya 16 yang mencapai M≥7,0.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Median magnitudo hanya 4,7: sebagian besar gempa Indonesia kecil. Risiko terkonsentrasi di ekor distribusi — belasan gempa M7+ per dekade.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Pola ini konsisten dengan hukum Gutenberg–Richter: setiap kenaikan 1 skala magnitudo, frekuensi turun kira-kira 10 kali lipat.</a:t>
            </a:r>
          </a:p>
        </p:txBody>
      </p:sp>
      <p:pic>
        <p:nvPicPr>
          <p:cNvPr id="5" name="Picture 4" descr="04_kelas_magnit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217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Chart: kejadian per kelas magnitudo, 2015–2026.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Gempa Terbesar dalam 12 Tahun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Terbesar: M7.8 — 66 km NNW of Ende, Indonesia (2026-08-15), kedalaman hanya 10 km. Besar dan dangkal: kombinasi paling berbahaya.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Nama yang paling diingat publik: M7.5 Palu, Sulawesi (2018-09-28) — gempa dangkal 20 km yang memicu tsunami dan likuefaksi.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10 daftar teratas didominasi kawasan timur (NTT, Tanimbar, Halmahera, Laut Banda) dan Sulawesi — bukan Jawa yang penduduknya terpadat.</a:t>
            </a:r>
          </a:p>
        </p:txBody>
      </p:sp>
      <p:pic>
        <p:nvPicPr>
          <p:cNvPr id="5" name="Picture 4" descr="09_top10_terbes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2662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Chart: 10 gempa terbesar 2015–2026 berdasarkan katalog USGS.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Kedalaman: 7 dari 10 Gempa Itu Dangkal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Gempa dangkal (&lt;70 km): 6.841 kejadian (71.3%). Menengah: 2.439 (25.4%). Dalam (&gt;300 km): 315 (3.3%).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Gempa dangkal lebih berpotensi merusak: energi dilepas dekat permukaan dan permukiman. Kedalaman median katalog hanya 36,2 km.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Kombinasi paling waspada — dangkal sekaligus M≥6 — terjadi 106 kali dalam 12 tahun, kira-kira 9 kali per tahun.</a:t>
            </a:r>
          </a:p>
        </p:txBody>
      </p:sp>
      <p:pic>
        <p:nvPicPr>
          <p:cNvPr id="5" name="Picture 4" descr="05_kelas_kedala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217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Chart: jumlah kejadian per kelas kedalaman.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Peta Sebaran dan Wilayah Teraktif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Wilayah teraktif: Halmahera &amp; Maluku Utara — 2.061 kejadian, magnitudo maks M7.4. Zona tumbukan Laut Maluku memang salah satu kawasan seismik paling aktif di dunia.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Menyusul: Sumatera (1.514), Papua (1.108), Sulawesi (1.061). Kalimantan hanya 15 kejadian — jauh dari batas lempeng, nyaris bebas gempa.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Pola peta memperlihatkan jalur busur kepulauan: gempa menumpuk mengikuti garis subduksi dari barat Sumatera, selatan Jawa, sampai Banda dan Maluku.</a:t>
            </a:r>
          </a:p>
        </p:txBody>
      </p:sp>
      <p:pic>
        <p:nvPicPr>
          <p:cNvPr id="5" name="Picture 4" descr="08_peta_seba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2450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Chart: peta sebaran — ukuran titik = magnitudo, warna = kelas kedalaman.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Snapshot BMKG: Oktober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Dalam 18 hari pertama Oktober 2026 saja, BMKG mencatat 10 gempa M5+ — termasuk M6,1 di Kodi, Sumba Barat Daya (4 Okt) dan M5,8 di Tahuna, Kep. Sangihe (8 Okt).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Dua gempa M5,7 berurutan: Sukabumi, Jawa Barat (11 Okt, dangkal 10 km) dan Pohuwato, Gorontalo (12 Okt). Terakhir di daftar: M5,3 Labuan Bajo, NTT (18 Okt).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Gempa terbaru saat data diambil: M3.7 di perairan Pulau Saringi (20 Okt, 18:28 WIB) — dirasakan III di Kabupaten Sumbawa. Bukti bahwa katalog ini hidup: gempa terjadi bahkan saat analisis dikerjakan.</a:t>
            </a:r>
          </a:p>
        </p:txBody>
      </p:sp>
      <p:pic>
        <p:nvPicPr>
          <p:cNvPr id="5" name="Picture 4" descr="12_snapshot_bmk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1985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Chart: 15 gempa M5+ terbaru versi BMKG (snapshot 20 Oktober 2026).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Penutup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Tiga pesan utama: (1) Indonesia rata-rata diguncang 783 gempa M≥4,5 per tahun dan 71.3% di antaranya dangkal; (2) risiko besar terkonsentrasi di timur — Halmahera–Maluku, Banda, NTT, Sulawesi; (3) gempa M7+ memang langka (16 kali dalam 12 tahun) tetapi selalu datang tanpa jadwal.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Paket dashboard Power BI tersedia di folder powerbi/: star schema 3 tabel, measure DAX siap tempel dengan tabel verifikasi, layout 4 halaman (termasuk halaman peta), dan panduan rakit langkah demi langkah.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Semua angka dapat direproduksi: jalankan scripts/fetch_data.py lalu scripts/analyze.py — findings.json dan 12 chart dihitung ulang dari nol, dan bisa dicek silang dengan sql/queries.sql.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Terima kasih.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